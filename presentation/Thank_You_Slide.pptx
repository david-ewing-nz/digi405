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5600" b="1">
                <a:solidFill>
                  <a:srgbClr val="003087"/>
                </a:solidFill>
              </a:defRPr>
            </a:pPr>
            <a:r>
              <a:t>Thank You</a:t>
            </a:r>
          </a:p>
          <a:p>
            <a:pPr algn="ctr">
              <a:spcAft>
                <a:spcPts val="1500"/>
              </a:spcAft>
              <a:defRPr sz="3600">
                <a:solidFill>
                  <a:srgbClr val="003087"/>
                </a:solidFill>
              </a:defRPr>
            </a:pPr>
            <a:r>
              <a:t>Dr John Holmes</a:t>
            </a:r>
          </a:p>
          <a:p>
            <a:pPr algn="ctr">
              <a:spcAft>
                <a:spcPts val="2000"/>
              </a:spcAft>
              <a:defRPr sz="2400"/>
            </a:pPr>
            <a:r>
              <a:t>Supervisor</a:t>
            </a:r>
          </a:p>
          <a:p>
            <a:pPr algn="ctr">
              <a:spcAft>
                <a:spcPts val="500"/>
              </a:spcAft>
              <a:defRPr sz="2000"/>
            </a:pPr>
            <a:r>
              <a:t>School of Mathematics and Statistics</a:t>
            </a:r>
          </a:p>
          <a:p>
            <a:pPr algn="ctr">
              <a:defRPr sz="2000"/>
            </a:pPr>
            <a:r>
              <a:t>University of Canterbury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