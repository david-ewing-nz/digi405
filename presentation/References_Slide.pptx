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087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Blei, D. M., Kucukelbir, A., &amp; McAuliffe, J. D. (2017). Variational inference: A review for statisticians. Journal of the American Statistical Association, 112(518), 859–877.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Holmes, J. (2024). Fixed-form and mean-field variational Bayes approaches. Unpublished manuscript.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Stan Development Team. (2024). Stan: A probabilistic programming language. Retrieved from http://mc-stan.org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For more information on under-dispersion in hierarchical models, see course materials and Dr. Holmes' recent work on cascade effects in variance component estimation.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