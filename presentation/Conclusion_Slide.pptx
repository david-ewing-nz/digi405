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2400" b="1"/>
            </a:pPr>
            <a:r>
              <a:rPr sz="1600"/>
              <a:t>Conclusion: Variational Bayes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0066CC"/>
                </a:solidFill>
              </a:defRPr>
            </a:pPr>
            <a:r>
              <a:rPr/>
              <a:t>Key Findings: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/>
            </a:pPr>
            <a:r>
              <a:rPr/>
              <a:t>  • VB achieves 100–1200× speedup over Gibbs sampling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/>
            </a:pPr>
            <a:r>
              <a:rPr/>
              <a:t>  • Fixed effects (β) estimates: Excellent accuracy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/>
            </a:pPr>
            <a:r>
              <a:rPr/>
              <a:t>  • Variance components (τᵤ, σ²ᵤ): Systematic under-dispersion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/>
            </a:pPr>
            <a:r>
              <a:rPr/>
              <a:t>  • Under-dispersion worsens with fewer observations per group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0066CC"/>
                </a:solidFill>
              </a:defRPr>
            </a:pPr>
            <a:r>
              <a:rPr/>
              <a:t>Practical Guidance: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/>
            </a:pPr>
            <a:r>
              <a:rPr/>
              <a:t>  • Use VB for: Fixed effects, large-scale problems, initial exploration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/>
            </a:pPr>
            <a:r>
              <a:rPr/>
              <a:t>  • Use Gibbs/HMC for: Variance components, hierarchical uncertainty, final inference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0066CC"/>
                </a:solidFill>
              </a:defRPr>
            </a:pPr>
            <a:r>
              <a:rPr/>
              <a:t>Active Research: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/>
            </a:pPr>
            <a:r>
              <a:rPr/>
              <a:t>  • Structured variational approximations (Blei et al., 2017)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/>
            </a:pPr>
            <a:r>
              <a:rPr/>
              <a:t>  • Expectation propagation methods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/>
            </a:pPr>
            <a:r>
              <a:rPr/>
              <a:t>  • Hybrid VB-MCMC approaches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/>
            </a:pPr>
            <a:r>
              <a:rPr/>
              <a:t>  • Adaptive variational families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1400" i="1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