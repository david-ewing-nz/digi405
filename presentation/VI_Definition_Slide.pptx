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003087"/>
                </a:solidFill>
              </a:defRPr>
            </a:pPr>
            <a:r>
              <a:rPr sz="1600"/>
              <a:t>What is Variational Inference?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/>
            </a:pPr>
            <a:r>
              <a:rPr/>
              <a:t>Variational Inference (VI) is an optimisation technique for Bayesian inference.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000"/>
            </a:pPr>
            <a:r>
              <a:rPr/>
              <a:t>Rather than computing the true posterior distribution directly (which is often intractable), VI approximates it by:</a:t>
            </a:r>
          </a:p>
          <a:p>
            <a:pPr lvl="1">
              <a:spcBef>
                <a:spcPts val="0"/>
              </a:spcBef>
              <a:spcAft>
                <a:spcPts val="200"/>
              </a:spcAft>
              <a:defRPr sz="1800"/>
            </a:pPr>
            <a:r>
              <a:rPr/>
              <a:t>1. Choosing a tractable family of distributions Q</a:t>
            </a:r>
          </a:p>
          <a:p>
            <a:pPr lvl="1">
              <a:spcBef>
                <a:spcPts val="0"/>
              </a:spcBef>
              <a:spcAft>
                <a:spcPts val="200"/>
              </a:spcAft>
              <a:defRPr sz="1800"/>
            </a:pPr>
            <a:r>
              <a:rPr/>
              <a:t>2. Finding the member of Q that best approximates the true posterior</a:t>
            </a:r>
          </a:p>
          <a:p>
            <a:pPr lvl="1">
              <a:spcBef>
                <a:spcPts val="0"/>
              </a:spcBef>
              <a:spcAft>
                <a:spcPts val="200"/>
              </a:spcAft>
              <a:defRPr sz="1800"/>
            </a:pPr>
            <a:r>
              <a:rPr/>
              <a:t>3. Measuring 'best' using KL divergence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000" i="1">
                <a:solidFill>
                  <a:srgbClr val="003087"/>
                </a:solidFill>
              </a:defRPr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