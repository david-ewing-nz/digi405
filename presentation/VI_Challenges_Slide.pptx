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2304" y="-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3087"/>
                </a:solidFill>
              </a:defRPr>
            </a:pPr>
            <a:r>
              <a:rPr sz="1600"/>
              <a:t>Variational Inference: Known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6400800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/>
              <a:t>1. Under-dispersion (variance underestimation in posterior approximations)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2. Computational sensitivity (learning rate tuning, initialization dependence)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3. Local optima (convergence to suboptimal solutions)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4. Approximation quality (mean-field independence assumptions)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5. Coordinate ascent convergence (iteration requirements, convergence criteria)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6. Hyperparameter sensitivity (prior specification, penalty terms)</a:t>
            </a:r>
          </a:p>
          <a:p>
            <a:pPr>
              <a:spcAft>
                <a:spcPts val="1800"/>
              </a:spcAft>
              <a:defRPr sz="1800"/>
            </a:pPr>
            <a:r>
              <a:rPr/>
              <a:t>5. Additional approximation limitations (distributional family restrictions, structural constraints)</a:t>
            </a:r>
          </a:p>
          <a:p>
            <a:pPr>
              <a:defRPr sz="2000" b="1" i="1">
                <a:solidFill>
                  <a:srgbClr val="003087"/>
                </a:solidFill>
              </a:defRPr>
            </a:pPr>
            <a:r>
              <a:rPr dirty="0"/>
              <a:t>This presentation focuses </a:t>
            </a:r>
            <a:r>
              <a:rPr/>
              <a:t>specifically on: </a:t>
            </a:r>
            <a:r>
              <a:rPr dirty="0"/>
              <a:t>under-dispersion.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90</Words>
  <Application>Microsoft Office PowerPoint</Application>
  <PresentationFormat>On-screen Show (16:9)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Ewing</cp:lastModifiedBy>
  <cp:revision>2</cp:revision>
  <dcterms:created xsi:type="dcterms:W3CDTF">2013-01-27T09:14:16Z</dcterms:created>
  <dcterms:modified xsi:type="dcterms:W3CDTF">2026-01-29T03:59:29Z</dcterms:modified>
  <cp:category/>
</cp:coreProperties>
</file>