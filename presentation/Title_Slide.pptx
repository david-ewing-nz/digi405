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3087"/>
                </a:solidFill>
              </a:defRPr>
            </a:pPr>
            <a:r>
              <a:t>Under-dispersion in Variational Bayesian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</a:defRPr>
            </a:pPr>
            <a:r>
              <a:t>David Ewing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555555"/>
                </a:solidFill>
              </a:defRPr>
            </a:pPr>
            <a:r>
              <a:t>Masters of Applied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55555"/>
                </a:solidFill>
              </a:defRPr>
            </a:pPr>
            <a:r>
              <a:t>Supervisor: Dr John Holmes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School of Mathematics and Statistics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University of Canterbury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88888"/>
                </a:solidFill>
              </a:defRPr>
            </a:pPr>
            <a:r>
              <a:t>30 January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