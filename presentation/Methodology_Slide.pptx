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087"/>
                </a:solidFill>
              </a:defRPr>
            </a:pPr>
            <a:r>
              <a:t>VB posteriors for individual uᵢ: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results[[config]]$vb$mu_u</a:t>
            </a:r>
          </a:p>
          <a:p>
            <a:pPr>
              <a:defRPr sz="1400"/>
            </a:pPr>
            <a:r>
              <a:t> - means for each uᵢ</a:t>
            </a:r>
          </a:p>
          <a:p>
            <a:pPr>
              <a:defRPr sz="1400">
                <a:latin typeface="Consolas"/>
              </a:defRPr>
            </a:pPr>
            <a:r>
              <a:t>results[[config]]$vb$Sigma_uu</a:t>
            </a:r>
          </a:p>
          <a:p>
            <a:pPr>
              <a:defRPr sz="1400"/>
            </a:pPr>
            <a:r>
              <a:t> - covariance matrix (diagonal = variances)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Gibbs posteriors for individual uᵢ:</a:t>
            </a:r>
          </a:p>
          <a:p>
            <a:pPr>
              <a:defRPr sz="1400">
                <a:latin typeface="Consolas"/>
              </a:defRPr>
            </a:pPr>
            <a:r>
              <a:t>results[[config]]$gibbs</a:t>
            </a:r>
          </a:p>
          <a:p>
            <a:pPr>
              <a:defRPr sz="1400"/>
            </a:pPr>
            <a:r>
              <a:t> - MCMC sample matrix</a:t>
            </a:r>
          </a:p>
          <a:p>
            <a:pPr>
              <a:defRPr sz="1300"/>
            </a:pPr>
            <a:r>
              <a:t>For Q=5: 36000 samples × 10 columns (β₀, β₁, β₂, τₑ, τᵤ, u₁, u₂, u₃, u₄, u₅)</a:t>
            </a:r>
          </a:p>
          <a:p>
            <a:pPr>
              <a:defRPr sz="1300"/>
            </a:pPr>
            <a:r>
              <a:t>For Q=10: 36000 samples × 15 columns</a:t>
            </a:r>
          </a:p>
          <a:p>
            <a:pPr>
              <a:defRPr sz="1300"/>
            </a:pPr>
            <a:r>
              <a:t>For Q=20: 36000 samples × 25 columns</a:t>
            </a:r>
          </a:p>
          <a:p>
            <a:pPr>
              <a:defRPr sz="1300"/>
            </a:pPr>
            <a:r>
              <a:t>For Q=50: 36000 samples × 55 columns</a:t>
            </a:r>
          </a:p>
          <a:p>
            <a:pPr>
              <a:defRPr sz="1300"/>
            </a:pPr>
            <a:r>
              <a:t>For Q=100: 36000 samples × 105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We can calculate:</a:t>
            </a:r>
          </a:p>
          <a:p>
            <a:pPr>
              <a:defRPr sz="1400"/>
            </a:pPr>
            <a:r>
              <a:t>SD_VB(uᵢ) = √Sigma_uu[i,i]</a:t>
            </a:r>
          </a:p>
          <a:p>
            <a:pPr>
              <a:defRPr sz="1400"/>
            </a:pPr>
            <a:r>
              <a:t>SD_Gibbs(uᵢ) = standard deviation of Gibbs samples for uᵢ</a:t>
            </a:r>
          </a:p>
          <a:p>
            <a:pPr>
              <a:defRPr sz="1400"/>
            </a:pPr>
            <a:r>
              <a:t>rᵢ = SD_VB(uᵢ) / SD_Gibbs(uᵢ)  for each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