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27432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1828800"/>
                <a:gridCol w="146304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β₀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τₑ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τᵤ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σ²ₑ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σ²ᵤ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 / Practical consequence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When it matters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All β near 1.0 = excellent: Fixed effects highly reliable for predictions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Trust for all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0.721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1.014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β₀=0.721 (28% too narrow), τᵤ=0.817 (18% too narrow): Intercept unreliable; severely underestimates group differences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Do not trust for between-group questions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0.889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β₀=0.889 (11% too narrow), τᵤ=0.850 (15% too narrow): Moderate under-dispersion in intercept and group variation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Use caution for variance component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τᵤ=0.801 (20% too narrow): Group variation underestimated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Important concern for hierarchical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0.658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τᵤ=0.658 (34% too narrow): Serious under-dispersion in group variance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Major problem for between-group uncertainty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0.372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τᵤ=0.372 (63% too narrow): Catastrophic under-dispersion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Never use VI for this parameter - use HMC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