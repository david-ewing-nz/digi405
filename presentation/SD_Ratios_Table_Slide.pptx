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82880" y="274320"/>
          <a:ext cx="85039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  <a:gridCol w="1737360"/>
                <a:gridCol w="1188720"/>
              </a:tblGrid>
              <a:tr h="65314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β₀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β₁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β₂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τₑ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τᵤ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σ²ₑ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σ²ᵤ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 / Practical consequence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When it matters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All β near 1.0 = excellent: Fixed effects highly reliable for predictions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Trust for all inference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0.721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1.014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0.817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β₀=0.721 (28% too narrow), τᵤ=0.817 (18% too narrow): Intercept unreliable; severely underestimates group differences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Do not trust for between-group questions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0.889</a:t>
                      </a:r>
                    </a:p>
                  </a:txBody>
                  <a:tcPr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0.970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0.850</a:t>
                      </a:r>
                    </a:p>
                  </a:txBody>
                  <a:tcPr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β₀=0.889 (11% too narrow), τᵤ=0.850 (15% too narrow): Moderate under-dispersion in intercept and group variation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Use caution for variance component inference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0.993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0.962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0.801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τᵤ=0.801 (20% too narrow): Group variation underestimated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Important concern for hierarchical inference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0.992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0.998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0.985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0.913</a:t>
                      </a:r>
                    </a:p>
                  </a:txBody>
                  <a:tcPr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0.658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τᵤ=0.658 (34% too narrow): Serious under-dispersion in group variance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Major problem for between-group uncertainty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M2_Q100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0.994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0.986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0.803</a:t>
                      </a:r>
                    </a:p>
                  </a:txBody>
                  <a:tcPr>
                    <a:solidFill>
                      <a:srgbClr val="FF63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0.372</a:t>
                      </a:r>
                    </a:p>
                  </a:txBody>
                  <a:tcPr>
                    <a:solidFill>
                      <a:srgbClr val="DC14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NA</a:t>
                      </a:r>
                    </a:p>
                  </a:txBody>
                  <a:tcPr>
                    <a:solidFill>
                      <a:srgbClr val="D3D3D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τᵤ=0.372 (63% too narrow): Catastrophic under-dispersion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900"/>
                      </a:pPr>
                      <a:r>
                        <a:t>Never use VI for this parameter - use HMC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